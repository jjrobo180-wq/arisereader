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dvisory Challenge" id="{ae08f8be-7f8c-7422-f82b-9ed1743ca8ed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Advisory Challenge runs Tuesday, October 20 through Thursday, November 19. Every quiz a student passes adds points to their advisory. The advisory with the most points wins a pizza party on Friday, November 20. Log in at arisereader.com with your student number as username and password the first time, then pick a new password.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lleng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 block"/>
          <p:cNvSpPr/>
          <p:nvPr/>
        </p:nvSpPr>
        <p:spPr>
          <a:xfrm>
            <a:off x="0" y="0"/>
            <a:ext cx="409651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chool"/>
          <p:cNvSpPr txBox="1"/>
          <p:nvPr/>
        </p:nvSpPr>
        <p:spPr>
          <a:xfrm>
            <a:off x="402336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Conservatory Green Middle School</a:t>
            </a:r>
            <a:endParaRPr lang="en-US" sz="1200" dirty="0"/>
          </a:p>
        </p:txBody>
      </p:sp>
      <p:sp>
        <p:nvSpPr>
          <p:cNvPr id="4" name="Kicker"/>
          <p:cNvSpPr txBox="1"/>
          <p:nvPr/>
        </p:nvSpPr>
        <p:spPr>
          <a:xfrm>
            <a:off x="402336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Advisory Challenge</a:t>
            </a:r>
            <a:endParaRPr lang="en-US" sz="2000" dirty="0"/>
          </a:p>
        </p:txBody>
      </p:sp>
      <p:sp>
        <p:nvSpPr>
          <p:cNvPr id="5" name="Headline"/>
          <p:cNvSpPr txBox="1"/>
          <p:nvPr/>
        </p:nvSpPr>
        <p:spPr>
          <a:xfrm>
            <a:off x="402336" y="1481328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50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Read your way to pizza.</a:t>
            </a:r>
            <a:endParaRPr lang="en-US" sz="5000" dirty="0"/>
          </a:p>
        </p:txBody>
      </p:sp>
      <p:pic>
        <p:nvPicPr>
          <p:cNvPr id="6" name="Pizza slic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3520440"/>
            <a:ext cx="1097280" cy="1207008"/>
          </a:xfrm>
          <a:prstGeom prst="rect">
            <a:avLst/>
          </a:prstGeom>
        </p:spPr>
      </p:pic>
      <p:sp>
        <p:nvSpPr>
          <p:cNvPr id="7" name="Race card"/>
          <p:cNvSpPr/>
          <p:nvPr/>
        </p:nvSpPr>
        <p:spPr>
          <a:xfrm>
            <a:off x="4553712" y="420624"/>
            <a:ext cx="1965960" cy="896112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8" name="Race label"/>
          <p:cNvSpPr txBox="1"/>
          <p:nvPr/>
        </p:nvSpPr>
        <p:spPr>
          <a:xfrm>
            <a:off x="4736592" y="5303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The race</a:t>
            </a:r>
            <a:endParaRPr lang="en-US" sz="1200" dirty="0"/>
          </a:p>
        </p:txBody>
      </p:sp>
      <p:sp>
        <p:nvSpPr>
          <p:cNvPr id="9" name="Race value"/>
          <p:cNvSpPr txBox="1"/>
          <p:nvPr/>
        </p:nvSpPr>
        <p:spPr>
          <a:xfrm>
            <a:off x="4736592" y="76809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Oct 20 – Nov 19</a:t>
            </a:r>
            <a:endParaRPr lang="en-US" sz="1700" dirty="0"/>
          </a:p>
        </p:txBody>
      </p:sp>
      <p:sp>
        <p:nvSpPr>
          <p:cNvPr id="10" name="Prize card"/>
          <p:cNvSpPr/>
          <p:nvPr/>
        </p:nvSpPr>
        <p:spPr>
          <a:xfrm>
            <a:off x="6720840" y="420624"/>
            <a:ext cx="1965960" cy="896112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</p:sp>
      <p:sp>
        <p:nvSpPr>
          <p:cNvPr id="11" name="Prize label"/>
          <p:cNvSpPr txBox="1"/>
          <p:nvPr/>
        </p:nvSpPr>
        <p:spPr>
          <a:xfrm>
            <a:off x="6903720" y="5303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The prize · Fri, Nov 20</a:t>
            </a:r>
            <a:endParaRPr lang="en-US" sz="1200" dirty="0"/>
          </a:p>
        </p:txBody>
      </p:sp>
      <p:sp>
        <p:nvSpPr>
          <p:cNvPr id="12" name="Prize value"/>
          <p:cNvSpPr txBox="1"/>
          <p:nvPr/>
        </p:nvSpPr>
        <p:spPr>
          <a:xfrm>
            <a:off x="6903720" y="76809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Pizza party</a:t>
            </a:r>
            <a:endParaRPr lang="en-US" sz="1700" dirty="0"/>
          </a:p>
        </p:txBody>
      </p:sp>
      <p:sp>
        <p:nvSpPr>
          <p:cNvPr id="13" name="Step 1 number"/>
          <p:cNvSpPr txBox="1"/>
          <p:nvPr/>
        </p:nvSpPr>
        <p:spPr>
          <a:xfrm>
            <a:off x="4553712" y="15727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Step 1"/>
          <p:cNvSpPr txBox="1"/>
          <p:nvPr/>
        </p:nvSpPr>
        <p:spPr>
          <a:xfrm>
            <a:off x="4937760" y="160934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 a book and pass its quiz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(70% or more).</a:t>
            </a:r>
            <a:endParaRPr lang="en-US" sz="1500" dirty="0"/>
          </a:p>
        </p:txBody>
      </p:sp>
      <p:sp>
        <p:nvSpPr>
          <p:cNvPr id="15" name="Step 2 number"/>
          <p:cNvSpPr txBox="1"/>
          <p:nvPr/>
        </p:nvSpPr>
        <p:spPr>
          <a:xfrm>
            <a:off x="4553712" y="223113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Step 2"/>
          <p:cNvSpPr txBox="1"/>
          <p:nvPr/>
        </p:nvSpPr>
        <p:spPr>
          <a:xfrm>
            <a:off x="4937760" y="22677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Your points go to your advisory.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Everyone starts at 0.</a:t>
            </a:r>
            <a:endParaRPr lang="en-US" sz="1500" dirty="0"/>
          </a:p>
        </p:txBody>
      </p:sp>
      <p:sp>
        <p:nvSpPr>
          <p:cNvPr id="17" name="Step 3 number"/>
          <p:cNvSpPr txBox="1"/>
          <p:nvPr/>
        </p:nvSpPr>
        <p:spPr>
          <a:xfrm>
            <a:off x="4553712" y="288950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Step 3"/>
          <p:cNvSpPr txBox="1"/>
          <p:nvPr/>
        </p:nvSpPr>
        <p:spPr>
          <a:xfrm>
            <a:off x="4937760" y="2926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Most points on Nov 19 wins.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Check Leaderboard, then Advisories.</a:t>
            </a:r>
            <a:endParaRPr lang="en-US" sz="1500" dirty="0"/>
          </a:p>
        </p:txBody>
      </p:sp>
      <p:sp>
        <p:nvSpPr>
          <p:cNvPr id="19" name="Login box"/>
          <p:cNvSpPr/>
          <p:nvPr/>
        </p:nvSpPr>
        <p:spPr>
          <a:xfrm>
            <a:off x="4553712" y="3675888"/>
            <a:ext cx="4133088" cy="1042416"/>
          </a:xfrm>
          <a:prstGeom prst="roundRect">
            <a:avLst>
              <a:gd name="adj" fmla="val 12281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0" name="Log in label"/>
          <p:cNvSpPr txBox="1"/>
          <p:nvPr/>
        </p:nvSpPr>
        <p:spPr>
          <a:xfrm>
            <a:off x="4754880" y="38404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Log in at</a:t>
            </a:r>
            <a:endParaRPr lang="en-US" sz="1200" dirty="0"/>
          </a:p>
        </p:txBody>
      </p:sp>
      <p:sp>
        <p:nvSpPr>
          <p:cNvPr id="21" name="Website"/>
          <p:cNvSpPr txBox="1"/>
          <p:nvPr/>
        </p:nvSpPr>
        <p:spPr>
          <a:xfrm>
            <a:off x="4754880" y="4114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arisereader.com</a:t>
            </a:r>
            <a:endParaRPr lang="en-US" sz="2000" dirty="0"/>
          </a:p>
        </p:txBody>
      </p:sp>
      <p:sp>
        <p:nvSpPr>
          <p:cNvPr id="22" name="Login details"/>
          <p:cNvSpPr txBox="1"/>
          <p:nvPr/>
        </p:nvSpPr>
        <p:spPr>
          <a:xfrm>
            <a:off x="7059168" y="3858768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Username: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your student number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Password: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your student number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visory Challenge">
  <a:themeElements>
    <a:clrScheme name="Advisory Challenge">
      <a:dk1>
        <a:srgbClr val="1D1530"/>
      </a:dk1>
      <a:lt1>
        <a:srgbClr val="FFFFFF"/>
      </a:lt1>
      <a:dk2>
        <a:srgbClr val="2A1206"/>
      </a:dk2>
      <a:lt2>
        <a:srgbClr val="FFF4DC"/>
      </a:lt2>
      <a:accent1>
        <a:srgbClr val="E5432A"/>
      </a:accent1>
      <a:accent2>
        <a:srgbClr val="FFC93C"/>
      </a:accent2>
      <a:accent3>
        <a:srgbClr val="5A2A06"/>
      </a:accent3>
      <a:accent4>
        <a:srgbClr val="4A4258"/>
      </a:accent4>
      <a:accent5>
        <a:srgbClr val="FFE2A8"/>
      </a:accent5>
      <a:accent6>
        <a:srgbClr val="5D8A3A"/>
      </a:accent6>
      <a:hlink>
        <a:srgbClr val="B8321C"/>
      </a:hlink>
      <a:folHlink>
        <a:srgbClr val="8E2412"/>
      </a:folHlink>
    </a:clrScheme>
    <a:fontScheme name="Advisory Challenge">
      <a:majorFont>
        <a:latin typeface="Bricolage Grotesq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Advisory Challenge</dc:title>
  <dc:subject>PptxGenJS Presentation</dc:subject>
  <dc:creator>PptxGenJS</dc:creator>
  <cp:lastModifiedBy>PptxGenJS</cp:lastModifiedBy>
  <cp:revision>1</cp:revision>
  <dcterms:created xsi:type="dcterms:W3CDTF">2026-10-19T22:44:56Z</dcterms:created>
  <dcterms:modified xsi:type="dcterms:W3CDTF">2026-10-19T22:44:56Z</dcterms:modified>
</cp:coreProperties>
</file>